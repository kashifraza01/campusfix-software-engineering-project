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09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working desktop GUI application for campus maintenance complaints.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 problem first, then show how CampusFix solves it without making the scope too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included features and the features that are intentionally outside the first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clearly: we used Iterative and Incremental Model because the application could be completed in small testable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main requirements to the two user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both actors log in, but only admin can assign and update complaint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architecture instead of showing a blurry component diagram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one-to-many relationship and why the database is intentionally not overcomplicated.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sequence from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application has a real interface and is not only a design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the blurry testing image with a clean table and a clear pass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emphasizing that the project is practical and can be extended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2B"/>
          </a:solidFill>
          <a:ln w="12700">
            <a:solidFill>
              <a:srgbClr val="08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87552"/>
            <a:ext cx="0" cy="498348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05840"/>
            <a:ext cx="6309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CampusFix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96112" y="1810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Campus Complaint &amp; Maintenance Tracker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Engineering </a:t>
            </a:r>
            <a:r>
              <a:rPr lang="en-US" sz="1600" dirty="0" smtClean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endParaRPr lang="en-US" sz="1600" dirty="0" smtClean="0"/>
          </a:p>
          <a:p>
            <a:pPr marL="0" indent="0" algn="l">
              <a:buNone/>
            </a:pPr>
            <a:r>
              <a:rPr lang="en-US" sz="1600" dirty="0" err="1" smtClean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Iqra</a:t>
            </a:r>
            <a:r>
              <a:rPr lang="en-US" sz="1600" dirty="0" smtClean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University, Airport Campus</a:t>
            </a:r>
            <a:endParaRPr lang="en-US" sz="1600" dirty="0" smtClean="0"/>
          </a:p>
          <a:p>
            <a:pPr marL="0" indent="0" algn="l">
              <a:buNone/>
            </a:pPr>
            <a:r>
              <a:rPr lang="en-US" sz="1600" dirty="0" smtClean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</a:t>
            </a: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Sir Jahanzaib Khan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936372"/>
            <a:ext cx="6263640" cy="1147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Azam (IU05-0124-0190)</a:t>
            </a:r>
            <a:endParaRPr lang="en-US" b="1" dirty="0"/>
          </a:p>
          <a:p>
            <a:pPr marL="0" indent="0" algn="l">
              <a:buNone/>
            </a:pPr>
            <a:r>
              <a:rPr lang="en-US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Kashif Raza (IU05-0124-0303)</a:t>
            </a:r>
            <a:endParaRPr lang="en-US" b="1" dirty="0"/>
          </a:p>
          <a:p>
            <a:pPr marL="0" indent="0" algn="l">
              <a:buNone/>
            </a:pPr>
            <a:r>
              <a:rPr lang="en-US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Tehreem Ijaz (IU05-0124-0126)</a:t>
            </a:r>
            <a:endParaRPr lang="en-US" b="1" dirty="0"/>
          </a:p>
        </p:txBody>
      </p:sp>
      <p:sp>
        <p:nvSpPr>
          <p:cNvPr id="8" name="Shape 6"/>
          <p:cNvSpPr/>
          <p:nvPr/>
        </p:nvSpPr>
        <p:spPr>
          <a:xfrm>
            <a:off x="7406640" y="1555861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9792" y="1629013"/>
            <a:ext cx="30998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submits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4272" y="2195941"/>
            <a:ext cx="0" cy="41148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06640" y="2698861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2772013"/>
            <a:ext cx="30998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in </a:t>
            </a:r>
            <a:r>
              <a:rPr lang="en-US" sz="1300" dirty="0" smtClean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34272" y="3338941"/>
            <a:ext cx="0" cy="41148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3841861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3915013"/>
            <a:ext cx="30998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reviews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34272" y="4481941"/>
            <a:ext cx="0" cy="41148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0" y="4984861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5058013"/>
            <a:ext cx="30998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closed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project is useful for a campus </a:t>
            </a:r>
            <a:r>
              <a:rPr lang="en-US" sz="1600" dirty="0" smtClean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2/12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4709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0" y="1417320"/>
            <a:ext cx="47091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66420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" y="1682496"/>
            <a:ext cx="1691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</a:rPr>
              <a:t>Current Problem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166420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57416" y="173736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</a:rPr>
              <a:t>Proposed 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084833"/>
            <a:ext cx="4096789" cy="24871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Complaints are often shared verbally or through informal messages.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clear ownership or status history.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follow-up can be delayed because records are not centralized.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11695" y="1990892"/>
            <a:ext cx="4288813" cy="23317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desktop GUI for complaint submission and tracking.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dashboard for assigning, filtering and closing complaints.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database keeps a complete local record of users and complaints.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37115" y="5486400"/>
            <a:ext cx="8412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scattered maintenance messages become a clear, searchable workflow.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 and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3/12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69164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9164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Complaint Submission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221992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enter category, location, priority and description.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38404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91363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Tracking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4370832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view status and admin notes.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15087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69164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3056" y="1487030"/>
            <a:ext cx="1595767" cy="75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</a:rPr>
              <a:t>Administration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221992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assigns complaints and updates progress.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8404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91363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Dashboard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4370832"/>
            <a:ext cx="4434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counts help understand open, pending and closed issues.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4535" y="5288674"/>
            <a:ext cx="9601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limit: local desktop application. Web hosting, notifications and image attachments are kept as future work.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SDLC Model Used and Why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model: Iterative &amp; Incremental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4/12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246120" cy="411480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62272" y="1325880"/>
            <a:ext cx="3246120" cy="4114800"/>
          </a:xfrm>
          <a:prstGeom prst="roundRect">
            <a:avLst>
              <a:gd name="adj" fmla="val 225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0" y="1325880"/>
            <a:ext cx="3246120" cy="4114800"/>
          </a:xfrm>
          <a:prstGeom prst="roundRect">
            <a:avLst>
              <a:gd name="adj" fmla="val 2254"/>
            </a:avLst>
          </a:prstGeom>
          <a:solidFill>
            <a:srgbClr val="ECFDF5"/>
          </a:solidFill>
          <a:ln w="10160">
            <a:solidFill>
              <a:srgbClr val="86EFAC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34440" y="16002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0313" y="170106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410C"/>
                </a:solidFill>
              </a:rPr>
              <a:t>Waterfall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10912" y="16002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70106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Full Agile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30768" y="1600200"/>
            <a:ext cx="2852928" cy="347472"/>
          </a:xfrm>
          <a:prstGeom prst="roundRect">
            <a:avLst>
              <a:gd name="adj" fmla="val 2631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0496" y="1701062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</a:rPr>
              <a:t>Used: Iterative + Incremental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331720"/>
            <a:ext cx="26060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plan, but changes are difficult after design.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ideal because GUI feedback may require updates.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2240280"/>
            <a:ext cx="26060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for teams with regular customer meetings.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 ceremony for a </a:t>
            </a:r>
            <a:r>
              <a:rPr lang="en-US" sz="1600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</a:t>
            </a: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2171008"/>
            <a:ext cx="26060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in small working parts: database, login, user GUI, admin GUI and tests.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increment was testable before moving ahead.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 for limited time and controlled scope.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764792" y="5605272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6117336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40280" y="5806440"/>
            <a:ext cx="14630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76472" y="5605272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6117336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5806440"/>
            <a:ext cx="14630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88152" y="5605272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6117336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5806440"/>
            <a:ext cx="14630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99832" y="5605272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6117336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75320" y="5806440"/>
            <a:ext cx="146304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811512" y="5605272"/>
            <a:ext cx="402336" cy="40233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0" y="6117336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 Requirements and User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behavior expected from the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5/12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685800" y="1353312"/>
            <a:ext cx="6629400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664208"/>
            <a:ext cx="685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783080" y="1664208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and login users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2066544"/>
            <a:ext cx="60167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286000"/>
            <a:ext cx="685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83080" y="2286000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complaint with category, location and priority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2688336"/>
            <a:ext cx="60167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07792"/>
            <a:ext cx="685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FR-03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783080" y="2907792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complaint status and admin note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3310128"/>
            <a:ext cx="60167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529584"/>
            <a:ext cx="685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FR-04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783080" y="3529584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and filter records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3931920"/>
            <a:ext cx="60167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151376"/>
            <a:ext cx="685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FR-05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783080" y="4151376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complaints and update progress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14400" y="4553712"/>
            <a:ext cx="60167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773168"/>
            <a:ext cx="685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FR-06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783080" y="4773168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dashboard statistics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35331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 w="10160">
            <a:solidFill>
              <a:srgbClr val="BFDBFE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18120" y="3886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DCFCE7"/>
          </a:solidFill>
          <a:ln w="10160">
            <a:solidFill>
              <a:srgbClr val="BBF7D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75320" y="1627632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5048" y="1700784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Student / Staff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47888" y="2148840"/>
            <a:ext cx="2468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complaints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own complaints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dashboard counts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211312" y="4160520"/>
            <a:ext cx="24231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233672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</a:rPr>
              <a:t>Admin / Maintenance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47888" y="4663440"/>
            <a:ext cx="272491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all complaints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Assigns technician</a:t>
            </a:r>
            <a:endParaRPr lang="en-US" dirty="0"/>
          </a:p>
          <a:p>
            <a:r>
              <a:rPr lang="en-US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status and notes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6/12</a:t>
            </a:r>
            <a:endParaRPr lang="en-US" sz="86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018" y="1191639"/>
            <a:ext cx="3996975" cy="5502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and UML Component 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7/12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6080760" y="1645920"/>
            <a:ext cx="0" cy="68580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3063240"/>
            <a:ext cx="0" cy="68580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4480560"/>
            <a:ext cx="0" cy="59436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1143000"/>
            <a:ext cx="6217920" cy="621792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216152"/>
            <a:ext cx="60716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Layer</a:t>
            </a:r>
            <a:endParaRPr lang="en-US" sz="1330" dirty="0"/>
          </a:p>
          <a:p>
            <a:pPr marL="0" indent="0" algn="ctr">
              <a:buNone/>
            </a:pPr>
            <a:r>
              <a:rPr lang="en-US" sz="133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Tkinter GUI: login, user dashboard, admin dashboard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2971800" y="2560320"/>
            <a:ext cx="6217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2633472"/>
            <a:ext cx="60716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Logic</a:t>
            </a:r>
            <a:endParaRPr lang="en-US" sz="1330" dirty="0"/>
          </a:p>
          <a:p>
            <a:pPr marL="0" indent="0" algn="ctr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role checks, complaint workflow, dashboard counts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2971800" y="3977640"/>
            <a:ext cx="6217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4050792"/>
            <a:ext cx="60716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Access Module</a:t>
            </a:r>
            <a:endParaRPr lang="en-US" sz="1330" dirty="0"/>
          </a:p>
          <a:p>
            <a:pPr marL="0" indent="0" algn="ctr">
              <a:buNone/>
            </a:pPr>
            <a:r>
              <a:rPr lang="en-US" sz="13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database.py handles SQL insert, update, search and statistics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4892040" y="5285232"/>
            <a:ext cx="2377440" cy="658368"/>
          </a:xfrm>
          <a:prstGeom prst="can">
            <a:avLst/>
          </a:prstGeom>
          <a:solidFill>
            <a:srgbClr val="DCFCE7"/>
          </a:solidFill>
          <a:ln w="1143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5585079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Database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+ complaints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146304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1737360"/>
            <a:ext cx="1051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2240280" y="1920240"/>
            <a:ext cx="731520" cy="0"/>
          </a:xfrm>
          <a:prstGeom prst="line">
            <a:avLst/>
          </a:prstGeom>
          <a:noFill/>
          <a:ln w="1397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4557" y="4010299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013" y="4284619"/>
            <a:ext cx="1051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</a:t>
            </a:r>
            <a:endParaRPr lang="en-US" sz="1280" dirty="0"/>
          </a:p>
        </p:txBody>
      </p:sp>
      <p:sp>
        <p:nvSpPr>
          <p:cNvPr id="24" name="Shape 5"/>
          <p:cNvSpPr/>
          <p:nvPr/>
        </p:nvSpPr>
        <p:spPr>
          <a:xfrm>
            <a:off x="2235030" y="4284619"/>
            <a:ext cx="593896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 / ERD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8/12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4800600" y="3310128"/>
            <a:ext cx="2167128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10912" y="2971800"/>
            <a:ext cx="1691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user  →  many complaints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446520" y="3310128"/>
            <a:ext cx="521208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1417320"/>
            <a:ext cx="3794760" cy="40690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0160">
            <a:solidFill>
              <a:srgbClr val="1F4E79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34440" y="1664208"/>
            <a:ext cx="3337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53312" y="2148840"/>
            <a:ext cx="2788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user_id (PK)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1353312" y="2542032"/>
            <a:ext cx="2788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1353312" y="2935224"/>
            <a:ext cx="2788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(unique)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1353312" y="3328416"/>
            <a:ext cx="2788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password_hash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1353312" y="3721608"/>
            <a:ext cx="2788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1353312" y="4114800"/>
            <a:ext cx="2788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created_at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967728" y="1143000"/>
            <a:ext cx="4206240" cy="46177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0160">
            <a:solidFill>
              <a:srgbClr val="047857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389888"/>
            <a:ext cx="3703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60920" y="1828800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complaint_id (PK)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60920" y="2157984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user_id (FK)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60920" y="2487168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60920" y="2816352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60920" y="3145536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60920" y="3474720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60920" y="3803904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assigned_to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60920" y="4133088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admin_note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60920" y="4462272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created_at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60920" y="4791456"/>
            <a:ext cx="3246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updated_at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Complaint Submission Sequence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9/12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1600200" y="1737360"/>
            <a:ext cx="0" cy="397764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1737360"/>
            <a:ext cx="0" cy="397764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737360"/>
            <a:ext cx="0" cy="397764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1737360"/>
            <a:ext cx="0" cy="397764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1737360"/>
            <a:ext cx="0" cy="397764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2240280"/>
            <a:ext cx="219456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783080" y="202996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complaint details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794760" y="2788920"/>
            <a:ext cx="251460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977640" y="2578608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and call save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309360" y="3337560"/>
            <a:ext cx="265176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92240" y="3127248"/>
            <a:ext cx="2377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complaint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961120" y="388620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92240" y="3675888"/>
            <a:ext cx="2377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id returned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309360" y="443484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977640" y="4224528"/>
            <a:ext cx="2240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response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10927080" y="498348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92240" y="4773168"/>
            <a:ext cx="4343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pending complaints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309360" y="5532120"/>
            <a:ext cx="461772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492240" y="5321808"/>
            <a:ext cx="4343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list shown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1097280" y="1234440"/>
            <a:ext cx="1207008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1307592"/>
            <a:ext cx="10607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91840" y="1234440"/>
            <a:ext cx="1207008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1307592"/>
            <a:ext cx="10607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GUI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234440"/>
            <a:ext cx="1207008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9592" y="1307592"/>
            <a:ext cx="10607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Module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58200" y="1234440"/>
            <a:ext cx="1207008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31352" y="1307592"/>
            <a:ext cx="10607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DB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424160" y="1234440"/>
            <a:ext cx="1207008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97312" y="1307592"/>
            <a:ext cx="106070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GUI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GUI Screenshots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Python Tkinter desktop application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10/12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658368" y="1353312"/>
            <a:ext cx="5303520" cy="3767328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36208" y="1353312"/>
            <a:ext cx="5303520" cy="3767328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pic>
        <p:nvPicPr>
          <p:cNvPr id="9" name="Image 0" descr="/mnt/data/CampusFix_Updated_Work/CampusFix_Submission_Package/assets/us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38517"/>
            <a:ext cx="4937760" cy="3012871"/>
          </a:xfrm>
          <a:prstGeom prst="rect">
            <a:avLst/>
          </a:prstGeom>
        </p:spPr>
      </p:pic>
      <p:pic>
        <p:nvPicPr>
          <p:cNvPr id="10" name="Image 1" descr="/mnt/data/CampusFix_Updated_Work/CampusFix_Submission_Package/assets/admi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538517"/>
            <a:ext cx="4937760" cy="301287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993392" y="4773168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03120" y="484632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F4E79"/>
                </a:solidFill>
              </a:rPr>
              <a:t>User Dashboard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7607808" y="4773168"/>
            <a:ext cx="2468880" cy="347472"/>
          </a:xfrm>
          <a:prstGeom prst="roundRect">
            <a:avLst>
              <a:gd name="adj" fmla="val 2631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17536" y="484632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47857"/>
                </a:solidFill>
              </a:rPr>
              <a:t>Admin Dashboard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1170432" y="5321808"/>
            <a:ext cx="42062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complaint + track own records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656832" y="5321808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Filter, assign, update status and notes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Validation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11/12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13232" y="1325880"/>
            <a:ext cx="6400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627632"/>
            <a:ext cx="2743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Checks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2148840"/>
            <a:ext cx="1508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2697480" y="2148840"/>
            <a:ext cx="3886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users open correct dashboard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1005840" y="2459736"/>
            <a:ext cx="5687568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651760"/>
            <a:ext cx="1508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2697480" y="2651760"/>
            <a:ext cx="3886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emails are rejected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1005840" y="2962656"/>
            <a:ext cx="5687568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154680"/>
            <a:ext cx="1508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Form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2697480" y="3154680"/>
            <a:ext cx="3886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fields are checked before saving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1005840" y="3465576"/>
            <a:ext cx="5687568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657600"/>
            <a:ext cx="1508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Update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2697480" y="3657600"/>
            <a:ext cx="3886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Status, assigned person and notes are saved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1005840" y="3968496"/>
            <a:ext cx="5687568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160520"/>
            <a:ext cx="1508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2697480" y="4160520"/>
            <a:ext cx="3886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refresh after records change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1005840" y="4471416"/>
            <a:ext cx="5687568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663440"/>
            <a:ext cx="1508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Tests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2697480" y="4663440"/>
            <a:ext cx="3886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operations passed: 3 / 3</a:t>
            </a:r>
            <a:endParaRPr lang="en-US" sz="1270" dirty="0"/>
          </a:p>
        </p:txBody>
      </p:sp>
      <p:sp>
        <p:nvSpPr>
          <p:cNvPr id="26" name="Shape 24"/>
          <p:cNvSpPr/>
          <p:nvPr/>
        </p:nvSpPr>
        <p:spPr>
          <a:xfrm>
            <a:off x="7726680" y="155448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DCFCE7"/>
          </a:solidFill>
          <a:ln w="10160">
            <a:solidFill>
              <a:srgbClr val="BBF7D0"/>
            </a:solidFill>
            <a:prstDash val="solid"/>
          </a:ln>
          <a:effectLst>
            <a:outerShdw blurRad="12700" dist="50800" dir="2700000" algn="bl" rotWithShape="0">
              <a:srgbClr val="CBD5E1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0" y="1828800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Result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183880" y="2542032"/>
            <a:ext cx="2331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GUI checks + automated database unit tests confirm that the core workflow is working.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887968" y="3749040"/>
            <a:ext cx="914400" cy="9144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3858768"/>
            <a:ext cx="5303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project summary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1183112" cy="0"/>
          </a:xfrm>
          <a:prstGeom prst="line">
            <a:avLst/>
          </a:prstGeom>
          <a:noFill/>
          <a:ln w="825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78440" y="6492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dirty="0">
                <a:solidFill>
                  <a:srgbClr val="64748B"/>
                </a:solidFill>
              </a:rPr>
              <a:t>CampusFix | 12/12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10287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CampusFix is a moderate, working, and explainable Software Engineering project. It covers requirements, SDLC model selection, UML design, database design, GUI implementation, testing, and documentation.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2926772" y="3454141"/>
            <a:ext cx="6353695" cy="26840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</a:t>
            </a:r>
            <a:r>
              <a:rPr lang="en-US" sz="9600" b="1" dirty="0" smtClean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You!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850</Words>
  <Application>Microsoft Office PowerPoint</Application>
  <PresentationFormat>Widescreen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Iqra University, Airport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CampusFix Professional Presentation</dc:title>
  <dc:subject>Software Engineering Project Presentation</dc:subject>
  <dc:creator>CampusFix Project Team</dc:creator>
  <cp:lastModifiedBy>Dell Latitude E6540</cp:lastModifiedBy>
  <cp:revision>7</cp:revision>
  <dcterms:created xsi:type="dcterms:W3CDTF">2026-09-08T09:32:25Z</dcterms:created>
  <dcterms:modified xsi:type="dcterms:W3CDTF">2026-09-08T18:50:43Z</dcterms:modified>
</cp:coreProperties>
</file>